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80" r:id="rId11"/>
    <p:sldId id="281" r:id="rId12"/>
    <p:sldId id="282" r:id="rId13"/>
    <p:sldId id="283" r:id="rId14"/>
    <p:sldId id="284" r:id="rId15"/>
    <p:sldId id="270" r:id="rId16"/>
    <p:sldId id="273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jR63JltHTVBap/yu1M9NBR4vYa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DB7AF93-21EB-435C-964D-FB9D89103D86}">
  <a:tblStyle styleId="{4DB7AF93-21EB-435C-964D-FB9D89103D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atural Language Processing">
            <a:extLst>
              <a:ext uri="{FF2B5EF4-FFF2-40B4-BE49-F238E27FC236}">
                <a16:creationId xmlns:a16="http://schemas.microsoft.com/office/drawing/2014/main" id="{8053FE68-454D-88DD-4196-FBC9DA6474C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-16567" y="0"/>
            <a:ext cx="12871938" cy="6858000"/>
          </a:xfrm>
          <a:prstGeom prst="rect">
            <a:avLst/>
          </a:prstGeom>
        </p:spPr>
      </p:pic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-159215" y="1603500"/>
            <a:ext cx="12046225" cy="143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ct val="100000"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Text Summarization Using a Transformer-Based T5 Model</a:t>
            </a:r>
            <a:endParaRPr sz="4400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85" name="Google Shape;85;p1" descr="SSE-Computer Science and Engineeri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432" y="389267"/>
            <a:ext cx="10953135" cy="116023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3126981" y="3671445"/>
            <a:ext cx="49214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DSA0306 – Natural Language Processing</a:t>
            </a:r>
            <a:endParaRPr sz="20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551044" y="4535998"/>
            <a:ext cx="3938454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</a:t>
            </a:r>
            <a:br>
              <a:rPr lang="en-US" sz="1800" b="1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US" sz="1800" b="0" u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Kumaragurbaran</a:t>
            </a: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</a:t>
            </a:r>
            <a:endParaRPr sz="1800" b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SIMATS Engineering</a:t>
            </a:r>
            <a:endParaRPr sz="1800" b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810659" y="4462137"/>
            <a:ext cx="5076351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CHALLA RAVITEJA  192325065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Madhu Charan	      192472230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T. J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yothi Reddy   	      192472079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Naga Nischay 	      192472255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Satya Manoj  	      192425370</a:t>
            </a:r>
            <a:endParaRPr lang="en-US" sz="1800" b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1748861" y="598931"/>
            <a:ext cx="8610827" cy="77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36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2" descr="A blue gear with a symbol an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85505" y="333500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 descr="A logo with blue green and orange lette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776" y="369811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648725" y="2510028"/>
            <a:ext cx="10811098" cy="3749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Text Summarization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T5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short and meaningful summaries from long text documents. The system understands the important information in the input text and produces a clear summary while preserving the original meaning. This helps users save time and quickly understand lengthy documents such as articles, reports, and research papers.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Modules: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Advanced Preprocessing and Tokenization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Fine-Tuning T5 for Domain-Specific Summarization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Multi-Document and Long-Text Summarization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Deployment and Real-Time API Integration 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3470867" y="538786"/>
            <a:ext cx="4935070" cy="13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600" dirty="0"/>
          </a:p>
        </p:txBody>
      </p:sp>
      <p:pic>
        <p:nvPicPr>
          <p:cNvPr id="102" name="Google Shape;102;p3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264" y="369812"/>
            <a:ext cx="14192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3316" y="369811"/>
            <a:ext cx="19050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/>
          <p:nvPr/>
        </p:nvSpPr>
        <p:spPr>
          <a:xfrm>
            <a:off x="1163558" y="2724198"/>
            <a:ext cx="10364758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summarization is an important application of Natural Language Processing (NLP).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documents such as news articles, research papers, and reports contain large amounts of information.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the complete document takes time and effort.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T5 model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generate short and meaningful summaries automatically.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summary helps users understand the main points quickly without reading the entire document.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4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12" name="Google Shape;112;p4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4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>
            <a:spLocks noGrp="1"/>
          </p:cNvSpPr>
          <p:nvPr>
            <p:ph type="title"/>
          </p:nvPr>
        </p:nvSpPr>
        <p:spPr>
          <a:xfrm>
            <a:off x="998779" y="783772"/>
            <a:ext cx="1017301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118" name="Google Shape;118;p4"/>
          <p:cNvGrpSpPr/>
          <p:nvPr/>
        </p:nvGrpSpPr>
        <p:grpSpPr>
          <a:xfrm>
            <a:off x="1739806" y="3204127"/>
            <a:ext cx="8735154" cy="2735750"/>
            <a:chOff x="2850" y="304167"/>
            <a:chExt cx="8955822" cy="2735750"/>
          </a:xfrm>
        </p:grpSpPr>
        <p:sp>
          <p:nvSpPr>
            <p:cNvPr id="119" name="Google Shape;119;p4"/>
            <p:cNvSpPr/>
            <p:nvPr/>
          </p:nvSpPr>
          <p:spPr>
            <a:xfrm>
              <a:off x="2850" y="304167"/>
              <a:ext cx="3658505" cy="2286942"/>
            </a:xfrm>
            <a:prstGeom prst="roundRect">
              <a:avLst>
                <a:gd name="adj" fmla="val 10000"/>
              </a:avLst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444363" y="723604"/>
              <a:ext cx="3658505" cy="2286942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196"/>
              </a:schemeClr>
            </a:solidFill>
            <a:ln w="127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 txBox="1"/>
            <p:nvPr/>
          </p:nvSpPr>
          <p:spPr>
            <a:xfrm>
              <a:off x="511345" y="790586"/>
              <a:ext cx="3524541" cy="215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Reading long documents takes more time and effort. </a:t>
              </a:r>
            </a:p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Important information is difficult to identify quickly. </a:t>
              </a:r>
            </a:p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Manual summarization is time-consuming.</a:t>
              </a: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4544381" y="304167"/>
              <a:ext cx="3972778" cy="2316313"/>
            </a:xfrm>
            <a:prstGeom prst="roundRect">
              <a:avLst>
                <a:gd name="adj" fmla="val 10000"/>
              </a:avLst>
            </a:prstGeom>
            <a:solidFill>
              <a:schemeClr val="dk2"/>
            </a:solidFill>
            <a:ln w="12700" cap="flat" cmpd="sng">
              <a:solidFill>
                <a:schemeClr val="lt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4985894" y="723604"/>
              <a:ext cx="3972778" cy="2316313"/>
            </a:xfrm>
            <a:prstGeom prst="roundRect">
              <a:avLst>
                <a:gd name="adj" fmla="val 10000"/>
              </a:avLst>
            </a:prstGeom>
            <a:solidFill>
              <a:schemeClr val="lt2">
                <a:alpha val="90196"/>
              </a:schemeClr>
            </a:solidFill>
            <a:ln w="12700" cap="flat" cmpd="sng">
              <a:solidFill>
                <a:schemeClr val="dk2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 txBox="1"/>
            <p:nvPr/>
          </p:nvSpPr>
          <p:spPr>
            <a:xfrm>
              <a:off x="5053736" y="791446"/>
              <a:ext cx="3661502" cy="21806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ctr" anchorCtr="0">
              <a:noAutofit/>
            </a:bodyPr>
            <a:lstStyle/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Automatically generates short and meaningful summaries. </a:t>
              </a:r>
            </a:p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Identifies the important information from the document. </a:t>
              </a:r>
            </a:p>
            <a:p>
              <a:pPr marL="342900" lvl="0" indent="-342900">
                <a:buFont typeface="Wingdings" panose="05000000000000000000" pitchFamily="2" charset="2"/>
                <a:buChar char="§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Reduces reading time for users.</a:t>
              </a:r>
            </a:p>
          </p:txBody>
        </p:sp>
      </p:grpSp>
      <p:pic>
        <p:nvPicPr>
          <p:cNvPr id="125" name="Google Shape;125;p4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333" y="609894"/>
            <a:ext cx="14192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4193" y="609893"/>
            <a:ext cx="190500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5" descr="A screen shot of a phon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9150" y="2182694"/>
            <a:ext cx="873669" cy="417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 descr="A logo with blue green and orange lette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114" y="186224"/>
            <a:ext cx="1285174" cy="152668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733002" y="607186"/>
            <a:ext cx="10515600" cy="684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5" descr="A blue gear with a symbol and text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93713" y="186224"/>
            <a:ext cx="1725066" cy="15266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4035304" y="2322467"/>
            <a:ext cx="4765796" cy="69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indent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develop an automatic text summarization system using the T5 Transformer model.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4035304" y="3355705"/>
            <a:ext cx="42278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short and meaningful summaries from long documents. </a:t>
            </a:r>
          </a:p>
        </p:txBody>
      </p:sp>
      <p:sp>
        <p:nvSpPr>
          <p:cNvPr id="137" name="Google Shape;137;p5"/>
          <p:cNvSpPr txBox="1"/>
          <p:nvPr/>
        </p:nvSpPr>
        <p:spPr>
          <a:xfrm>
            <a:off x="4093324" y="4366798"/>
            <a:ext cx="411549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time required to understand large amounts of text. </a:t>
            </a:r>
          </a:p>
        </p:txBody>
      </p:sp>
      <p:sp>
        <p:nvSpPr>
          <p:cNvPr id="138" name="Google Shape;138;p5"/>
          <p:cNvSpPr txBox="1"/>
          <p:nvPr/>
        </p:nvSpPr>
        <p:spPr>
          <a:xfrm>
            <a:off x="4093324" y="5377891"/>
            <a:ext cx="436055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summary quality using the Transformer-based T5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LITERATURE REVIEW </a:t>
            </a:r>
            <a:endParaRPr sz="4000" b="1"/>
          </a:p>
        </p:txBody>
      </p:sp>
      <p:graphicFrame>
        <p:nvGraphicFramePr>
          <p:cNvPr id="145" name="Google Shape;145;p6"/>
          <p:cNvGraphicFramePr/>
          <p:nvPr>
            <p:extLst>
              <p:ext uri="{D42A27DB-BD31-4B8C-83A1-F6EECF244321}">
                <p14:modId xmlns:p14="http://schemas.microsoft.com/office/powerpoint/2010/main" val="2099578269"/>
              </p:ext>
            </p:extLst>
          </p:nvPr>
        </p:nvGraphicFramePr>
        <p:xfrm>
          <a:off x="1463543" y="2258824"/>
          <a:ext cx="9144000" cy="3786600"/>
        </p:xfrm>
        <a:graphic>
          <a:graphicData uri="http://schemas.openxmlformats.org/drawingml/2006/table">
            <a:tbl>
              <a:tblPr>
                <a:noFill/>
                <a:tableStyleId>{4DB7AF93-21EB-435C-964D-FB9D89103D86}</a:tableStyleId>
              </a:tblPr>
              <a:tblGrid>
                <a:gridCol w="90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Year</a:t>
                      </a:r>
                      <a:endParaRPr sz="15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3750" marR="73750" marT="36875" marB="368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Title of the Paper</a:t>
                      </a:r>
                      <a:endParaRPr sz="15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3750" marR="73750" marT="36875" marB="368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Objectives</a:t>
                      </a:r>
                      <a:endParaRPr sz="15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3750" marR="73750" marT="36875" marB="3687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Times New Roman"/>
                        <a:buNone/>
                      </a:pPr>
                      <a:r>
                        <a:rPr lang="en-US" sz="1500" b="1" u="none" strike="noStrike" cap="none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Limitations</a:t>
                      </a:r>
                      <a:endParaRPr sz="1500" u="none" strike="noStrike" cap="none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73750" marR="73750" marT="36875" marB="368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Summarization Using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summaries using deep learning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quality depends on the dataset.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3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Abstractive 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summary quality using Transformer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computational resources.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 Model for Automatic Text 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fluent and meaningful summaries using T5.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for very long documents.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6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NLP-Based Text Summarization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 accurate summaries using advanced NLP models.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continuous model improvement for better accuracy.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6" name="Google Shape;146;p6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7050" y="369812"/>
            <a:ext cx="1111923" cy="132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6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61286" y="369811"/>
            <a:ext cx="1492514" cy="132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7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54" name="Google Shape;154;p7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7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 txBox="1">
            <a:spLocks noGrp="1"/>
          </p:cNvSpPr>
          <p:nvPr>
            <p:ph type="title"/>
          </p:nvPr>
        </p:nvSpPr>
        <p:spPr>
          <a:xfrm>
            <a:off x="1009495" y="741338"/>
            <a:ext cx="1017301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9" name="Google Shape;159;p7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60" name="Google Shape;160;p7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333" y="609894"/>
            <a:ext cx="14192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7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4193" y="609893"/>
            <a:ext cx="19050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/>
          <p:cNvSpPr txBox="1">
            <a:spLocks noGrp="1"/>
          </p:cNvSpPr>
          <p:nvPr>
            <p:ph type="body" idx="1"/>
          </p:nvPr>
        </p:nvSpPr>
        <p:spPr>
          <a:xfrm>
            <a:off x="836022" y="2975782"/>
            <a:ext cx="10515600" cy="304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uploads or enters a text document. 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cleans, chunks, and tokenizes the input text.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T5 Transformer model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document.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generates a meaningful ,</a:t>
            </a:r>
            <a:r>
              <a:rPr lang="en-US" sz="2000" dirty="0">
                <a:solidFill>
                  <a:srgbClr val="44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domain-relevant summary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generated summary is evaluated and displayed to the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8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169" name="Google Shape;169;p8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8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 txBox="1">
            <a:spLocks noGrp="1"/>
          </p:cNvSpPr>
          <p:nvPr>
            <p:ph type="title"/>
          </p:nvPr>
        </p:nvSpPr>
        <p:spPr>
          <a:xfrm>
            <a:off x="1103192" y="912775"/>
            <a:ext cx="10173010" cy="1080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3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" name="Google Shape;174;p8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75" name="Google Shape;175;p8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7333" y="609894"/>
            <a:ext cx="141922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 descr="A blue gear with a symbol and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44193" y="609893"/>
            <a:ext cx="19050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45FDFA-D98F-484D-D5A0-3729A5531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9701" y="1777697"/>
            <a:ext cx="5779992" cy="46256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2110865" y="366197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Preprocessing and Tokenization</a:t>
            </a:r>
          </a:p>
        </p:txBody>
      </p:sp>
      <p:pic>
        <p:nvPicPr>
          <p:cNvPr id="183" name="Google Shape;183;p9" descr="A blue gear with a symbol and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600073" y="2722047"/>
            <a:ext cx="837790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documents are split into smaller, manageable chunks before processing.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is cleaned by removing noise, special characters, and extra spaces.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boundaries are detected to preserve meaning during chunking.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T5 tokenizer converts cleaned text into token sequences.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overlap is applied to retain context between adjacent segments.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824701" y="245807"/>
            <a:ext cx="8377907" cy="2202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T5 for Domain-Specific Summarization</a:t>
            </a:r>
          </a:p>
        </p:txBody>
      </p:sp>
      <p:pic>
        <p:nvPicPr>
          <p:cNvPr id="183" name="Google Shape;183;p9" descr="A blue gear with a symbol and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600073" y="2722047"/>
            <a:ext cx="837790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pretrained T5 model is fine-tuned on domain-specific datasets.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helps the model learn vocabulary specific to the target domain.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such as learning rate and batch size are optimized.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 reduces the data and time needed for training.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fine-tuned model produces summaries that better match domain needs.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1907046" y="679195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Multi-Document and Long-Text Summarization</a:t>
            </a:r>
          </a:p>
        </p:txBody>
      </p:sp>
      <p:pic>
        <p:nvPicPr>
          <p:cNvPr id="183" name="Google Shape;183;p9" descr="A blue gear with a symbol and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600073" y="2722047"/>
            <a:ext cx="837790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related documents are combined into a single input.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overlapping and redundant information across documents.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summary is generated capturing key points from all sources.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exceeding the model input limit are summarized in segments.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summaries are merged into one coherent final summary.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title"/>
          </p:nvPr>
        </p:nvSpPr>
        <p:spPr>
          <a:xfrm>
            <a:off x="2110865" y="366197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Real-Time API Integration</a:t>
            </a:r>
          </a:p>
        </p:txBody>
      </p:sp>
      <p:pic>
        <p:nvPicPr>
          <p:cNvPr id="183" name="Google Shape;183;p9" descr="A blue gear with a symbol and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600073" y="2722047"/>
            <a:ext cx="8377908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summarization model is packaged and deployed as a web service.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REST API is created to accept text input and return summaries.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supports real-time requests with minimal response latency.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containerized for consistent deployment across environments.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and rate-limiting are added to secure API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3779C59F-1AED-DE43-4D0C-CCF90D67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>
            <a:extLst>
              <a:ext uri="{FF2B5EF4-FFF2-40B4-BE49-F238E27FC236}">
                <a16:creationId xmlns:a16="http://schemas.microsoft.com/office/drawing/2014/main" id="{6C8C4F13-4BE9-17C3-C14D-0F23BCBE6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073" y="208881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IMPLIMENTATION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" name="Google Shape;183;p9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7A4B4C62-3EF0-91F2-6D4C-B0AEF695E52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90CDF92A-A466-6ACC-F78D-E10DE7FC3A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747BF3-C48A-23DF-AE38-3355E80B6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73" y="2138357"/>
            <a:ext cx="5211097" cy="33283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7174E7-C6A3-0578-3A7E-D816EFCC86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297" y="2138357"/>
            <a:ext cx="5918594" cy="332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38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>
          <a:extLst>
            <a:ext uri="{FF2B5EF4-FFF2-40B4-BE49-F238E27FC236}">
              <a16:creationId xmlns:a16="http://schemas.microsoft.com/office/drawing/2014/main" id="{21E0FF91-7075-BA5A-B929-1CA1809F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>
            <a:extLst>
              <a:ext uri="{FF2B5EF4-FFF2-40B4-BE49-F238E27FC236}">
                <a16:creationId xmlns:a16="http://schemas.microsoft.com/office/drawing/2014/main" id="{60D31E95-C431-B8C1-00FD-9D2447F43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0073" y="208881"/>
            <a:ext cx="8377907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IMPLIMENTATION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" name="Google Shape;183;p9" descr="A blue gear with a symbol and text&#10;&#10;AI-generated content may be incorrect.">
            <a:extLst>
              <a:ext uri="{FF2B5EF4-FFF2-40B4-BE49-F238E27FC236}">
                <a16:creationId xmlns:a16="http://schemas.microsoft.com/office/drawing/2014/main" id="{B6AE2495-767F-0063-C56F-E1A96D051BA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27236" y="417414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 descr="A logo with blue green and orange letters&#10;&#10;AI-generated content may be incorrect.">
            <a:extLst>
              <a:ext uri="{FF2B5EF4-FFF2-40B4-BE49-F238E27FC236}">
                <a16:creationId xmlns:a16="http://schemas.microsoft.com/office/drawing/2014/main" id="{94F4424E-C523-A40B-D479-46360D17FE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806" y="417414"/>
            <a:ext cx="1158267" cy="1393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CCC395-3C7D-1BD6-9461-A0E88BC67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" y="2052129"/>
            <a:ext cx="5329084" cy="4319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3DFFB0-CB04-21F0-7026-9182EDBE24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611" t="1320" r="13005"/>
          <a:stretch>
            <a:fillRect/>
          </a:stretch>
        </p:blipFill>
        <p:spPr>
          <a:xfrm>
            <a:off x="5426193" y="2052128"/>
            <a:ext cx="6249589" cy="4388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33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1790586" y="643249"/>
            <a:ext cx="8610827" cy="763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RESULTS &amp; DISCUSSION</a:t>
            </a:r>
            <a:endParaRPr sz="4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1" name="Google Shape;231;p15" descr="A blue gear with a symbol and 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0932" y="369811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5" descr="A logo with blue green and orange letter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989" y="369812"/>
            <a:ext cx="1158267" cy="13936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" name="Google Shape;233;p15"/>
          <p:cNvGrpSpPr/>
          <p:nvPr/>
        </p:nvGrpSpPr>
        <p:grpSpPr>
          <a:xfrm>
            <a:off x="635471" y="2026926"/>
            <a:ext cx="11139152" cy="4461261"/>
            <a:chOff x="11991" y="0"/>
            <a:chExt cx="11139152" cy="4461261"/>
          </a:xfrm>
        </p:grpSpPr>
        <p:sp>
          <p:nvSpPr>
            <p:cNvPr id="234" name="Google Shape;234;p15"/>
            <p:cNvSpPr/>
            <p:nvPr/>
          </p:nvSpPr>
          <p:spPr>
            <a:xfrm>
              <a:off x="837235" y="0"/>
              <a:ext cx="9488665" cy="446126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CFDE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11991" y="1338378"/>
              <a:ext cx="3593134" cy="1784504"/>
            </a:xfrm>
            <a:prstGeom prst="roundRect">
              <a:avLst>
                <a:gd name="adj" fmla="val 16667"/>
              </a:avLst>
            </a:prstGeom>
            <a:solidFill>
              <a:srgbClr val="599BD5"/>
            </a:solidFill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 txBox="1"/>
            <p:nvPr/>
          </p:nvSpPr>
          <p:spPr>
            <a:xfrm>
              <a:off x="99104" y="1381934"/>
              <a:ext cx="3443899" cy="16973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r>
                <a:rPr lang="en-IN" sz="13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fine-tuned T5 model produced more accurate and domain-relevant summaries than the base model. ROUGE scores showed a noticeable improvement in summary quality after fine-tuning on domain-specific data.</a:t>
              </a: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3785000" y="1338378"/>
              <a:ext cx="3593134" cy="1784504"/>
            </a:xfrm>
            <a:prstGeom prst="roundRect">
              <a:avLst>
                <a:gd name="adj" fmla="val 16667"/>
              </a:avLst>
            </a:prstGeom>
            <a:solidFill>
              <a:srgbClr val="4CC38C"/>
            </a:solidFill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5"/>
            <p:cNvSpPr txBox="1"/>
            <p:nvPr/>
          </p:nvSpPr>
          <p:spPr>
            <a:xfrm>
              <a:off x="3872112" y="1425490"/>
              <a:ext cx="3418910" cy="1610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r>
                <a:rPr lang="en-IN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Multi-document summarization successfully reduced redundant information across related sources. The advanced preprocessing module ensured longer documents were handled without losing important context.</a:t>
              </a: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7558009" y="1338378"/>
              <a:ext cx="3593134" cy="1784504"/>
            </a:xfrm>
            <a:prstGeom prst="roundRect">
              <a:avLst>
                <a:gd name="adj" fmla="val 16667"/>
              </a:avLst>
            </a:prstGeom>
            <a:solidFill>
              <a:srgbClr val="6FAB46"/>
            </a:solidFill>
            <a:ln w="19050" cap="flat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 txBox="1"/>
            <p:nvPr/>
          </p:nvSpPr>
          <p:spPr>
            <a:xfrm>
              <a:off x="7645121" y="1425490"/>
              <a:ext cx="3418910" cy="16102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r>
                <a:rPr lang="en-IN" sz="1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deployed API delivered summaries within a response time suitable for real-time use. Overall results confirm that the four new modules meaningfully improved the system's capability and usability.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2154936" y="256032"/>
            <a:ext cx="7879842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US" sz="4000" b="1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4000" b="1" dirty="0"/>
          </a:p>
        </p:txBody>
      </p:sp>
      <p:grpSp>
        <p:nvGrpSpPr>
          <p:cNvPr id="269" name="Google Shape;269;p18"/>
          <p:cNvGrpSpPr/>
          <p:nvPr/>
        </p:nvGrpSpPr>
        <p:grpSpPr>
          <a:xfrm>
            <a:off x="2154936" y="1902943"/>
            <a:ext cx="8046156" cy="4356460"/>
            <a:chOff x="0" y="531"/>
            <a:chExt cx="8046156" cy="4356460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531"/>
              <a:ext cx="7886700" cy="1244702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331023" y="273968"/>
              <a:ext cx="684586" cy="68458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1437631" y="531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 txBox="1"/>
            <p:nvPr/>
          </p:nvSpPr>
          <p:spPr>
            <a:xfrm>
              <a:off x="1278173" y="531"/>
              <a:ext cx="6767983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725" tIns="131725" rIns="131725" bIns="131725" anchor="ctr" anchorCtr="0">
              <a:noAutofit/>
            </a:bodyPr>
            <a:lstStyle/>
            <a:p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The project successfully extends automatic text summarization with four new modules: advanced preprocessing, domain fine-tuning, multi-document summarization, and real-time API deployment.</a:t>
              </a: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0" y="1502738"/>
              <a:ext cx="7886700" cy="1244702"/>
            </a:xfrm>
            <a:prstGeom prst="roundRect">
              <a:avLst>
                <a:gd name="adj" fmla="val 1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376522" y="1836468"/>
              <a:ext cx="684586" cy="68458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1437631" y="1556410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 txBox="1"/>
            <p:nvPr/>
          </p:nvSpPr>
          <p:spPr>
            <a:xfrm>
              <a:off x="1597088" y="1514992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725" tIns="131725" rIns="131725" bIns="131725" anchor="ctr" anchorCtr="0">
              <a:noAutofit/>
            </a:bodyPr>
            <a:lstStyle/>
            <a:p>
              <a:r>
                <a: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Fine-tuning and improved preprocessing enabled the T5 model to generate more accurate, domain-appropriate summaries from longer and more complex documents.</a:t>
              </a: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0" y="3112289"/>
              <a:ext cx="7886700" cy="1244702"/>
            </a:xfrm>
            <a:prstGeom prst="roundRect">
              <a:avLst>
                <a:gd name="adj" fmla="val 1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376522" y="3392347"/>
              <a:ext cx="684586" cy="68458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1437631" y="3112289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8"/>
            <p:cNvSpPr txBox="1"/>
            <p:nvPr/>
          </p:nvSpPr>
          <p:spPr>
            <a:xfrm>
              <a:off x="1437631" y="3112289"/>
              <a:ext cx="6449068" cy="1244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1725" tIns="131725" rIns="131725" bIns="131725" anchor="ctr" anchorCtr="0">
              <a:noAutofit/>
            </a:bodyPr>
            <a:lstStyle/>
            <a:p>
              <a:r>
                <a:rPr lang="en-I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Real-time API deployment made the system practical for real-world use, making the summarization pipeline more accurate, scalable, and usable overall.</a:t>
              </a:r>
            </a:p>
          </p:txBody>
        </p:sp>
      </p:grpSp>
      <p:pic>
        <p:nvPicPr>
          <p:cNvPr id="282" name="Google Shape;282;p18" descr="A blue gear with a symbol and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80932" y="369811"/>
            <a:ext cx="1414398" cy="1310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8" descr="A logo with blue green and orange letters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1989" y="369812"/>
            <a:ext cx="1158267" cy="139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876</Words>
  <Application>Microsoft Office PowerPoint</Application>
  <PresentationFormat>Widescreen</PresentationFormat>
  <Paragraphs>97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Automatic Text Summarization Using a Transformer-Based T5 Model</vt:lpstr>
      <vt:lpstr>ABSTRACT</vt:lpstr>
      <vt:lpstr>INTRODUCTION</vt:lpstr>
      <vt:lpstr>PROBLEM STATEMENT</vt:lpstr>
      <vt:lpstr>PowerPoint Presentation</vt:lpstr>
      <vt:lpstr>LITERATURE REVIEW </vt:lpstr>
      <vt:lpstr>METHODOLOGY</vt:lpstr>
      <vt:lpstr>SYSTEM ARCHITECTURE</vt:lpstr>
      <vt:lpstr>Module 1: Advanced Preprocessing and Tokenization</vt:lpstr>
      <vt:lpstr>Module 2:  Fine-Tuning T5 for Domain-Specific Summarization</vt:lpstr>
      <vt:lpstr>Module 3: Multi-Document and Long-Text Summarization</vt:lpstr>
      <vt:lpstr>Module 4: Deployment and Real-Time API Integration</vt:lpstr>
      <vt:lpstr>IMPLIMENTATION</vt:lpstr>
      <vt:lpstr>IMPLIMENTATION</vt:lpstr>
      <vt:lpstr>RESULTS &amp; DISCUSSION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Kirthanaa Balaji</dc:creator>
  <cp:lastModifiedBy>Vuddagiri Naga Nischay</cp:lastModifiedBy>
  <cp:revision>6</cp:revision>
  <dcterms:created xsi:type="dcterms:W3CDTF">2025-06-23T12:00:00Z</dcterms:created>
  <dcterms:modified xsi:type="dcterms:W3CDTF">2026-09-01T06:32:29Z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FF230CA4A29841F39FA30A26B84EDE3F_13</vt:lpwstr>
  </property>
  <property fmtid="{D5CDD505-2E9C-101B-9397-08002B2CF9AE}" pid="3" name="KSOProductBuildVer">
    <vt:lpwstr>1033-12.2.0.23155</vt:lpwstr>
  </property>
</Properties>
</file>